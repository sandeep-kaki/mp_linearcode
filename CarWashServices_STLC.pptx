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0EEF8"/>
                </a:solidFill>
              </a:rPr>
              <a:t>BEHAVIOURAL SESSION  ·  HACKATHON PROJECT  ·  COGNIZANT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Identify Car Wash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B4D8"/>
                </a:solidFill>
              </a:rPr>
              <a:t>Services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8E0"/>
                </a:solidFill>
              </a:rPr>
              <a:t>Software Testing Life Cycle (STLC) — Complete Automation Walkthrough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solidFill>
            <a:srgbClr val="1624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👥  Team of 6   |   Site: justdial.com   |   Selenium + Java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3108960" cy="530352"/>
          </a:xfrm>
          <a:prstGeom prst="rect">
            <a:avLst/>
          </a:prstGeom>
          <a:solidFill>
            <a:srgbClr val="1624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1887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01  Requirement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883664"/>
            <a:ext cx="3108960" cy="530352"/>
          </a:xfrm>
          <a:prstGeom prst="rect">
            <a:avLst/>
          </a:prstGeom>
          <a:solidFill>
            <a:srgbClr val="101E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88366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8E0"/>
                </a:solidFill>
              </a:rPr>
              <a:t>02  Test 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578608"/>
            <a:ext cx="3108960" cy="530352"/>
          </a:xfrm>
          <a:prstGeom prst="rect">
            <a:avLst/>
          </a:prstGeom>
          <a:solidFill>
            <a:srgbClr val="1624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5786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03  Test Case Development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273552"/>
            <a:ext cx="3108960" cy="530352"/>
          </a:xfrm>
          <a:prstGeom prst="rect">
            <a:avLst/>
          </a:prstGeom>
          <a:solidFill>
            <a:srgbClr val="101E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2735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8E0"/>
                </a:solidFill>
              </a:rPr>
              <a:t>04  Test 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3968496"/>
            <a:ext cx="3108960" cy="530352"/>
          </a:xfrm>
          <a:prstGeom prst="rect">
            <a:avLst/>
          </a:prstGeom>
          <a:solidFill>
            <a:srgbClr val="1624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96849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05  Test Closure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Overview  —  What Are We Automating?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64008" cy="3977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22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Task 1  —  Find Top Car Wash Services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251460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Search car washing services near your location on justdial.com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Filter: Rating &gt; 4★  |  Customer Votes &gt; 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Display TOP 5 results sorted by highest rating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Extract: Service Name + Phone Number for each result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63824" y="74980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749808"/>
            <a:ext cx="64008" cy="397764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822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Task 2  —  Form Validation (Free Listing)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6704" y="1170432"/>
            <a:ext cx="251460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Navigate to the 'Free Listing' registration section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Fill the form with one INVALID input (e.g. wrong phone format)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Capture the error/warning message displayed on screen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Verify the system rejects invalid data correctly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74980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749808"/>
            <a:ext cx="64008" cy="397764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822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Task 3  —  Menu Extraction (Fitness &gt; Gym)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1170432"/>
            <a:ext cx="251460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Navigate: Home Page → Fitness → Gym category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Retrieve ALL sub-menu items listed under Gym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Store extracted items into a Java List / Collection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Print and display the stored list in test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4617720"/>
            <a:ext cx="8631936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461772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🔑  Key Automation Scope:  Alerts  ·  Search  ·  Form Filling  ·  Warning Capture  ·  Menu Extraction  ·  Navigation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1  —  Requirement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749808"/>
            <a:ext cx="594360" cy="5943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920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50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Functional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Display 5 car wash services with Name &amp; Phone Number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Filter by Rating &gt; 4★ and Customer Votes &gt; 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Results sorted by highest rating on top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Validate form error handling with invalid phone input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Extract and store Gym sub-menu items in a collection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64008" cy="192024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Non-Functional Requirements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Site: justdial.com  (or any legitimate alternative)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Browser compatibility — Chrome (primary)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Page load handling with explicit waits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Dynamic element detection (JS-rendered content)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Graceful error/alert handling during test 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77240"/>
            <a:ext cx="64008" cy="192024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50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Automation Feasibility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197864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Web-based site — Selenium WebDriver is suitable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Search + filter elements are identifiable by XPath/CSS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Form fields and submit button are interactable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Alert popups can be handled via driver.switchTo().alert()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Menu items are in a list structure — easy to iterate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34640"/>
            <a:ext cx="64008" cy="19202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35B1"/>
                </a:solidFill>
              </a:rPr>
              <a:t>Requirement Sign-off Checklist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55264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☑  All 3 test scenarios reviewed and understood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☑  Acceptance criteria defined (rating, votes, count)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☑  Scope boundaries agreed — justdial.com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☑  Team roles assigned — 1 scenario per sub-group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☑  Ready to proceed to Test Planning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2  —  Test Planning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749808"/>
            <a:ext cx="594360" cy="594360"/>
          </a:xfrm>
          <a:prstGeom prst="ellipse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965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Tools &amp; Tech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2468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Language: Java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Framework: Selenium WebDriver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Test Runner: TestNG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Build Tool: Maven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Browser Driver: ChromeDriver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64008" cy="196596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Test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197864"/>
            <a:ext cx="2468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IN SCOPE: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Task 1: Service search &amp; filter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Task 2: Form validation error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Task 3: Gym sub-menu extraction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OUT OF SCOPE: Payment, Login, Mobile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64008" cy="196596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Environment Details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197864"/>
            <a:ext cx="2468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Test Site: justdial.com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OS: Windows 10/11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Browser: Google Chrome (latest)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Execution: Local machine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Network: Live internet required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52928"/>
            <a:ext cx="64008" cy="19202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35B1"/>
                </a:solidFill>
              </a:rPr>
              <a:t>Risk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⚠ Site layout may change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⚠ Dynamic/lazy-loaded elements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⚠ Alert pop-ups need special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⚠ No test data seeding (live site)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Mitigation: Explicit waits + XPath fallbacks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8529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52928"/>
            <a:ext cx="64008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Entry &amp; Exit Criteria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273552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ENTRY: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Requirements signed off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Test environment accessible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EXIT: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→ All 3 scenarios executed, results logged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8529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52928"/>
            <a:ext cx="64008" cy="1920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Team Effort Estimate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273552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Task 1: 2 members — ~3 hrs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Task 2: 2 members — ~2 hrs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Task 3: 2 members — ~2 hrs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Review &amp; Integration: ~1 hr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Total: ~8 hours team effort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3  —  Test Case Development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9601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Case 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98448" y="749808"/>
            <a:ext cx="1783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7498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45536" y="749808"/>
            <a:ext cx="36118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7498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Steps (Summary)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21424" y="749808"/>
            <a:ext cx="23317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170432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170432"/>
            <a:ext cx="64008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170432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TC_001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121615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40"/>
                </a:solidFill>
              </a:rPr>
              <a:t>Search &amp; Filter Car Wash Services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5536" y="121615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1. Open justdial.com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2. Search 'car wash near me'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3. Apply filter: Rating &gt; 4★, Votes &gt; 20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4. Sort by Highest Rating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5. Extract top 5 names &amp; numbers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21424" y="1216152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C4F"/>
                </a:solidFill>
              </a:rPr>
              <a:t>5 service records displayed with Name + Phone, sorted by descending rating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8595360" cy="1097280"/>
          </a:xfrm>
          <a:prstGeom prst="rect">
            <a:avLst/>
          </a:prstGeom>
          <a:solidFill>
            <a:srgbClr val="EEF6FD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40864"/>
            <a:ext cx="64008" cy="109728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40864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621A"/>
                </a:solidFill>
              </a:rPr>
              <a:t>TC_002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98448" y="2386584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40"/>
                </a:solidFill>
              </a:rPr>
              <a:t>Free Listing Form — Invalid Input 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45536" y="238658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1. Click 'Free Listing' link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2. Fill form with valid data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3. Enter INVALID phone number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4. Submit the form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5. Capture displayed error message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21424" y="2386584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C4F"/>
                </a:solidFill>
              </a:rPr>
              <a:t>Error/warning message shown near phone field; form not submitted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11296"/>
            <a:ext cx="64008" cy="109728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11296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C4F"/>
                </a:solidFill>
              </a:rPr>
              <a:t>TC_003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98448" y="355701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40"/>
                </a:solidFill>
              </a:rPr>
              <a:t>Fitness → Gym Sub-menu Extraction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45536" y="355701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1. Open justdial.com home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2. Hover/click 'Fitness' menu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3. Navigate to 'Gym' submenu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4. Locate all sub-menu items using findElements()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40"/>
                </a:solidFill>
              </a:rPr>
              <a:t>5. Store in Java List &amp; print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21424" y="3557016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C4F"/>
                </a:solidFill>
              </a:rPr>
              <a:t>All Gym sub-menu items extracted, stored in List, printed to console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E2C00"/>
          </a:solidFill>
          <a:ln w="12700">
            <a:solidFill>
              <a:srgbClr val="6E2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4  —  Test Execution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749808"/>
            <a:ext cx="594360" cy="594360"/>
          </a:xfrm>
          <a:prstGeom prst="ellipse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397764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50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Execution Activities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388620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Set up ChromeDriver and initialize WebDriver instance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Navigate to justdial.com — verify page load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TC_001: Search 'car wash', apply filters, extract top 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TC_002: Open Free Listing form, input invalid phone, capture alert 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TC_003: Navigate Fitness &gt; Gym, get all sub-menu WebElements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Store extracted data in Java List, log to TestNG report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Take screenshot on test failure for evidence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Execute all 3 test cases via TestNG XML suite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64008" cy="1828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50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Key Selenium Techniques 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197864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driver.switchTo().alert().getText()  — Alert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WebDriverWait + ExpectedConditions  — Explicit Waits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driver.findElements(By.xpath(...))  — Bulk element fetch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Actions class / JavascriptExecutor  — Navigation &amp; scroll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driver.navigate().back()  — Return to home page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715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Test Execution 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35808"/>
            <a:ext cx="9144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035808"/>
            <a:ext cx="22402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0358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3035808"/>
            <a:ext cx="8686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0358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32841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328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TC_001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3284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40"/>
                </a:solidFill>
              </a:rPr>
              <a:t>Search &amp; Filter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36992" y="332841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C4F"/>
                </a:solidFill>
              </a:rPr>
              <a:t>✔ 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39896"/>
            <a:ext cx="4114800" cy="384048"/>
          </a:xfrm>
          <a:prstGeom prst="rect">
            <a:avLst/>
          </a:prstGeom>
          <a:solidFill>
            <a:srgbClr val="EEF6FD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7398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TC_002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7398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40"/>
                </a:solidFill>
              </a:rPr>
              <a:t>Form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36992" y="373989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C4F"/>
                </a:solidFill>
              </a:rPr>
              <a:t>✔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415137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151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TC_003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41513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40"/>
                </a:solidFill>
              </a:rPr>
              <a:t>Gym Menu Extraction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36992" y="415137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C4F"/>
                </a:solidFill>
              </a:rPr>
              <a:t>✔ PASS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5  —  Test Closure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74980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01168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0"/>
                </a:solidFill>
              </a:rPr>
              <a:t>Test Cases Designed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A8E"/>
                </a:solidFill>
              </a:rPr>
              <a:t>All scenarios covered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7772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777240"/>
            <a:ext cx="2011680" cy="73152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8503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7C4F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41448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0"/>
                </a:solidFill>
              </a:rPr>
              <a:t>Test Cases Executed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41448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A8E"/>
                </a:solidFill>
              </a:rPr>
              <a:t>100% execution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7772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777240"/>
            <a:ext cx="2011680" cy="73152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8503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621A"/>
                </a:solidFill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08576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0"/>
                </a:solidFill>
              </a:rPr>
              <a:t>Defects Found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08576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A8E"/>
                </a:solidFill>
              </a:rPr>
              <a:t>All scenarios passed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75704" y="7772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777240"/>
            <a:ext cx="2011680" cy="731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8503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35B1"/>
                </a:solidFill>
              </a:rPr>
              <a:t>100%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775704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0"/>
                </a:solidFill>
              </a:rPr>
              <a:t>Automation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75704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A8E"/>
                </a:solidFill>
              </a:rPr>
              <a:t>All tasks automated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2402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240280"/>
            <a:ext cx="64008" cy="2514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Key Learnings &amp; Observations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660904"/>
            <a:ext cx="3840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Alert handling requires driver.switchTo().alert() — unique Selenium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Dynamic pages need explicit waits — Thread.sleep() is unreliable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findElements() returns a List&lt;WebElement&gt; — ideal for menu extraction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XPath is more powerful than CSS for complex hierarchical navigation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TestNG XML suite enables organized multi-test execution &amp; reporting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Page Object Model keeps test logic clean and maintainable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240280"/>
            <a:ext cx="64008" cy="251460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Test Closure Checklist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2660904"/>
            <a:ext cx="3840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All 3 test scenarios executed successfully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Test evidence (screenshots/logs) collected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TestNG execution report generated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Code committed to version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Test summary documented and reviewed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40"/>
                </a:solidFill>
              </a:rPr>
              <a:t>✔  Automation framework ready for future regression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Identify Car Wash Services  ·  STLC Walkthrough  ·  Presenter: Member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STLC Summary  —  End to End Recap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00200" cy="3017520"/>
          </a:xfrm>
          <a:prstGeom prst="rect">
            <a:avLst/>
          </a:prstGeom>
          <a:solidFill>
            <a:srgbClr val="162436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6002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Understood all 3 tasks, automation feasibility checked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2194560"/>
            <a:ext cx="13716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914400"/>
            <a:ext cx="1600200" cy="3017520"/>
          </a:xfrm>
          <a:prstGeom prst="rect">
            <a:avLst/>
          </a:prstGeom>
          <a:solidFill>
            <a:srgbClr val="162436"/>
          </a:solidFill>
          <a:ln w="19050">
            <a:solidFill>
              <a:srgbClr val="D4621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914400"/>
            <a:ext cx="1600200" cy="502920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914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621A"/>
                </a:solidFill>
              </a:rPr>
              <a:t>Planning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08483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Tools, scope, risks, team roles &amp; effort defined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2194560"/>
            <a:ext cx="137160" cy="73152"/>
          </a:xfrm>
          <a:prstGeom prst="rect">
            <a:avLst/>
          </a:prstGeom>
          <a:solidFill>
            <a:srgbClr val="D4621A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914400"/>
            <a:ext cx="1600200" cy="3017520"/>
          </a:xfrm>
          <a:prstGeom prst="rect">
            <a:avLst/>
          </a:prstGeom>
          <a:solidFill>
            <a:srgbClr val="162436"/>
          </a:solidFill>
          <a:ln w="19050">
            <a:solidFill>
              <a:srgbClr val="1E7C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Test 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7C4F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08483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3 test cases written with steps &amp; expected results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2194560"/>
            <a:ext cx="137160" cy="73152"/>
          </a:xfrm>
          <a:prstGeom prst="rect">
            <a:avLst/>
          </a:prstGeom>
          <a:solidFill>
            <a:srgbClr val="1E7C4F"/>
          </a:solidFill>
          <a:ln w="12700">
            <a:solidFill>
              <a:srgbClr val="1E7C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914400"/>
            <a:ext cx="1600200" cy="3017520"/>
          </a:xfrm>
          <a:prstGeom prst="rect">
            <a:avLst/>
          </a:prstGeom>
          <a:solidFill>
            <a:srgbClr val="162436"/>
          </a:solidFill>
          <a:ln w="19050">
            <a:solidFill>
              <a:srgbClr val="5E35B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914400"/>
            <a:ext cx="1600200" cy="5029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914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35B1"/>
                </a:solidFill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E35B1"/>
                </a:solidFill>
              </a:rPr>
              <a:t>Execution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08483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All test cases executed using Selenium + TestNG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194560"/>
            <a:ext cx="137160" cy="731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14400"/>
            <a:ext cx="1600200" cy="3017520"/>
          </a:xfrm>
          <a:prstGeom prst="rect">
            <a:avLst/>
          </a:prstGeom>
          <a:solidFill>
            <a:srgbClr val="1624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914400"/>
            <a:ext cx="1600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914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Closure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08483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Report generated, learnings documented, code committed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You!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E0"/>
                </a:solidFill>
              </a:rPr>
              <a:t>Open for Questions  ·  Identify Car Wash Services  ·  Presented by Team of 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 Car Wash Services - STLC</dc:title>
  <dc:subject>PptxGenJS Presentation</dc:subject>
  <dc:creator>PptxGenJS</dc:creator>
  <cp:lastModifiedBy>PptxGenJS</cp:lastModifiedBy>
  <cp:revision>1</cp:revision>
  <dcterms:created xsi:type="dcterms:W3CDTF">2026-04-02T09:51:43Z</dcterms:created>
  <dcterms:modified xsi:type="dcterms:W3CDTF">2026-04-02T09:51:43Z</dcterms:modified>
</cp:coreProperties>
</file>