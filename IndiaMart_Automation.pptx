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640080"/>
            <a:ext cx="2377440" cy="237744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663440"/>
            <a:ext cx="137160" cy="13716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4663440"/>
            <a:ext cx="137160" cy="13716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663440"/>
            <a:ext cx="137160" cy="13716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4663440"/>
            <a:ext cx="137160" cy="13716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663440"/>
            <a:ext cx="137160" cy="13716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4663440"/>
            <a:ext cx="137160" cy="13716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 ·  QEA FINAL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Framework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1828800" cy="310896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2880360"/>
            <a:ext cx="1828800" cy="310896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880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BDD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2880360"/>
            <a:ext cx="1828800" cy="310896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880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19272"/>
            <a:ext cx="1828800" cy="310896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9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3319272"/>
            <a:ext cx="1828800" cy="310896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3319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3319272"/>
            <a:ext cx="1828800" cy="310896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319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indiamart.com  ·  4 Test Cases  ·  POM with PageFactory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97280"/>
            <a:ext cx="658368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97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435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Wash 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18013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location to Chennai, search 'car wash services', open top 3 result pages, extract service name + phone number. Save all data to Excel report.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109728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097280"/>
            <a:ext cx="658368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097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56048" y="1435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&amp; Farming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18013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the Food, Agriculture &amp; Farming section on the homepage. Extract and display all product/sub-category names listed under that section.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109728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063240"/>
            <a:ext cx="658368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0632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Phone Sign-In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" y="37673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In, enter an invalid phone number from config.properties, submit the form, verify the validation error message and capture a screenshot.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109728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3063240"/>
            <a:ext cx="658368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0632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56048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– Top Categories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56048" y="37673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Exporters section, read the heading 'Top Product Categories from India', display the top 5 category names, and capture a screenshot.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has a specific role — nothing is random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8928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WebDriverManager needed — Selenium Manager built-in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9748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280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BDD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0712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18928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in plain English, step definitions in Java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69748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1430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280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36792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18928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Cucumber via AbstractTestNGCucumberTests bridge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9748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718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108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721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HTML report with failure screenshots embedded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69748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9718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3108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10712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Write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0712" y="3721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car wash service data to .xlsx output 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697480" cy="16002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9718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108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36792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36792" y="37216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to console + rotating file at logs/automation.log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0116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7276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IndiaMart.feature  ·  Gherkin steps in plain English  ·  Tags: @TC01  @smoke  @login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91640"/>
            <a:ext cx="201168" cy="65836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35000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764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0391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IndiaMartSteps.java  ·  Maps each Gherkin step to a Java method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68880"/>
            <a:ext cx="201168" cy="658368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1272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2542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(POM)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28163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 ·  SearchResultsPage  ·  ServiceDetailPage  ·  LoginModal  ·  ExportersPage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46120"/>
            <a:ext cx="201168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9044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319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35935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  ·  DriverManager (ThreadLocal)  ·  ScreenshotUtil  ·  ExcelWriter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23360"/>
            <a:ext cx="20116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96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+ Hooks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43708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TestRunner (AbstractTestNGCucumberTests)  ·  RerunRunner  ·  Hooks (@Before / @After)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Wash Services – Chennai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389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Set city to Chennai (skip if already set)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764792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Search car wash services — press ENTER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11226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084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Wait for result cards (//a[@class='cardlinks'])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5973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432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Collect top 3 service names + page URLs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0720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797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For each URL → open in new browser tab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Dismiss popup (idfpclose) if present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02152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Extract phone from //*[@id='pns_no2']//a[href*='tel']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4962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822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Close tab → switch back to results window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9709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169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Write Name + Phone + Rating to Excel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337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23560" y="1417320"/>
            <a:ext cx="768096" cy="27432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41732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S.No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417320"/>
            <a:ext cx="768096" cy="27432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1732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1417320"/>
            <a:ext cx="768096" cy="27432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141732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55280" y="1417320"/>
            <a:ext cx="768096" cy="27432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141732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23560" y="1709928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7099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1709928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17099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Car Wash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78040" y="1709928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17099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+9198...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1709928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17099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23560" y="1965960"/>
            <a:ext cx="7680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196596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1965960"/>
            <a:ext cx="7680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196596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Services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78040" y="1965960"/>
            <a:ext cx="7680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196596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1965960"/>
            <a:ext cx="76809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196596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23560" y="2221992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22219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2221992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22219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Auto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040" y="2221992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22219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+9197...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955280" y="2221992"/>
            <a:ext cx="768096" cy="24688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22219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69280" y="2514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saved to: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669280" y="2788920"/>
            <a:ext cx="301752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2788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./Reports/CarWashServices.xlsx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669280" y="3291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switching — each detail page opens in a new tab, phone is extracted, then the tab is closed and control returns to the results window.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&amp; Farming Section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44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Open IndiaMart homepage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01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Locate Food, Agriculture &amp; Farming link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3591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Scroll element into view via JavascriptExecutor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1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Dismiss floating popup (idfpclose) if present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735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Find all product &lt;h3&gt; elements under section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Print each product name to console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914400"/>
            <a:ext cx="3337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1389888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14264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79008" y="15910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HomePage.java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2048256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2084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Method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79008" y="2249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JavascriptExecutor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.scrollIntoView()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706624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2743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Handling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79008" y="2907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wait 5 sec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 (no fail)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364992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3401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used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79008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//h2[text()='Food...']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/following-sibling::div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//div[.product-item]//h3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4023360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4059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79008" y="4224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assertFalse(list.isEmpty())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Phone Number – Sign In Validation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3898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Click Sign In button (id=user_sign_in)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764792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Wait for mobile input to be visible (id=mobile)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11226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084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Read invalidPhoneNumber from config.properties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5973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432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Type the invalid number into the input field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0720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797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Submit the form (mobile.submit())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Wait for error element (id=mobile_err)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02152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Assert error message is not empty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4962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822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Save screenshot to ./Screenshots/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9709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169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Close the modal (id=close_s)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337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from config.properties: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664208"/>
            <a:ext cx="301752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6642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invalidPhoneNumber=5476543218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invalid?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2423160"/>
            <a:ext cx="3017520" cy="530352"/>
          </a:xfrm>
          <a:prstGeom prst="rect">
            <a:avLst/>
          </a:prstGeom>
          <a:solidFill>
            <a:srgbClr val="F4F7FF"/>
          </a:solidFill>
          <a:ln w="12700">
            <a:solidFill>
              <a:srgbClr val="E8EE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2468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mobile numbers must start with 6, 7, 8 or 9.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"5476543218" starts with 5 → invalid.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saved: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37560"/>
            <a:ext cx="301752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37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./Screenshots/invalid_number_error.png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3794760"/>
            <a:ext cx="3017520" cy="749808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3840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Failure screenshots are ALSO auto-attached to the Allure report via @After hook in Hooks.java — separately from this intentional screenshot.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– Top Product Categories from India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44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Click Exporters tab (id=exporters)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01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Wait for section heading to be visible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3591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Read heading text (Top Product Categories…)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81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Find top 5 category anchor elements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735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Print heading + each category to console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Scroll to categories container (CSS selector)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187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Save screenshot to ./Screenshots/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914400"/>
            <a:ext cx="3337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389888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14264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79008" y="15910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ExportersPage.java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048256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locator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79008" y="2249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 with @class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(Tailwind utility string)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706624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2743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XPath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79008" y="2907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//a[contains(@class,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'text-base')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contains(@class,'font-semibold')]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3364992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(scroll)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79008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CSS: div.px-4.py-8.bg-gray-50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4023360"/>
            <a:ext cx="3017520" cy="566928"/>
          </a:xfrm>
          <a:prstGeom prst="rect">
            <a:avLst/>
          </a:prstGeom>
          <a:solidFill>
            <a:srgbClr val="F4F7FF"/>
          </a:solidFill>
          <a:ln w="6350">
            <a:solidFill>
              <a:srgbClr val="E8EE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file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79008" y="4224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top_product_categories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_india.png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architectural choice was made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1704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10972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PageFactory + @FindBy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4904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POM — locators declared as fields, wired automatically. If a locator changes, update ONE class, not every test.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60520" cy="11704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78992"/>
            <a:ext cx="10972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ThreadLocal DriverManager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4904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gets its own isolated WebDriver. Safe for parallel execution. No driver leaks between scenarios.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04872"/>
            <a:ext cx="4160520" cy="11704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04872"/>
            <a:ext cx="10972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496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config.properties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28163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hardcoding. Change city, keyword, or phone number without touching Java code. Supports multiple environments.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404872"/>
            <a:ext cx="4160520" cy="11704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404872"/>
            <a:ext cx="10972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496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+ rerun plugin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28163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gives rich visual reports with embedded screenshots. Rerun writes failed scenarios to a file — only those are re-executed next run.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30752"/>
            <a:ext cx="4160520" cy="11704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30752"/>
            <a:ext cx="10972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Waits only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" y="41422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Thread.sleep(), no implicit waits. Explicit waits on specific conditions — faster, more reliable, no race conditions.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30752"/>
            <a:ext cx="4160520" cy="11704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730752"/>
            <a:ext cx="10972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@Before/@After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41422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setup and teardown in ONE place. Failure screenshot is always captured — step defs stay clean and focused on logic only.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389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indiamart-selenium/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" y="1525219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pom.xml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166055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testng.xml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179588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config.properties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088" y="1931213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src/main/java/.../pages/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05256" y="206654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HomePage.java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5256" y="2201875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SearchResultsPage.java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" y="233720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ServiceDetailPage.java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5256" y="247253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LoginModal.java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5256" y="2607869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ExportersPage.java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" y="274320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.../utils/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" y="2878531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ConfigReader.java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5256" y="301386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DriverManager.java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5256" y="314919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ScreenshotUtil.java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5256" y="3284525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ExcelWriter.java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" y="341985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src/test/java/.../runner/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" y="3555187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TestRunner.java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" y="369051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RerunRunner.java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5256" y="382585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ScenarioNameListener.java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" y="3961181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.../hooks/   →  Hooks.java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" y="409651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.../stepdefs/  →  IndiaMartSteps.java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" y="4231843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resources/features/ →  IndiaMart.feature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914400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1005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13898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scenarios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1609344"/>
            <a:ext cx="356616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20482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single TC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2267712"/>
            <a:ext cx="356616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-Dcucumber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.filter.tags="@TC01"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0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smoke suite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2926080"/>
            <a:ext cx="356616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-Dcucumber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.filter.tags="@smoke"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0" y="33649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failed only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3584448"/>
            <a:ext cx="356616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-Dtest=RerunRunner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Allure report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0" y="4242816"/>
            <a:ext cx="3566160" cy="347472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242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allure:serve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560320"/>
            <a:ext cx="4114800" cy="4114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2004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IndiaMart Test Automation Framework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 QEA Training  ·  Final Project Submission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8288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337560"/>
            <a:ext cx="18288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51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18288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337560"/>
            <a:ext cx="18288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IndiaMart Test Automation Framework</dc:title>
  <dc:subject>PptxGenJS Presentation</dc:subject>
  <dc:creator>PptxGenJS</dc:creator>
  <cp:lastModifiedBy>PptxGenJS</cp:lastModifiedBy>
  <cp:revision>1</cp:revision>
  <dcterms:created xsi:type="dcterms:W3CDTF">2026-04-29T11:37:18Z</dcterms:created>
  <dcterms:modified xsi:type="dcterms:W3CDTF">2026-04-29T11:37:18Z</dcterms:modified>
</cp:coreProperties>
</file>